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BUSINESS GOAL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platform into governed 360° data products for the business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complete  ·  4 sub-projects in flight  ·  6 360° data products on the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2533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5000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96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3500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platform to product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026664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360s are where the framework investment turns into governed data the business actually uses to make decisions.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2533C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35000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4963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3500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360° data products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56248" y="3026664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Account → Transaction → Household → Risk → Product, each a governed single-source product, built in sequence.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2533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40740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5537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44074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every line of business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" y="5084064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product set supports Risk, Credit Admin, Commercial, Consumer and Marketing — not one report at a time.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2533C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40740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5371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4074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Retires reporting sprawl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56248" y="5084064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hundreds of SSRS portal reports with governed 360s and Genie self-service on Databricks.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2026-06-30T18:46:36Z</dcterms:created>
  <dcterms:modified xsi:type="dcterms:W3CDTF">2026-06-30T18:46:36Z</dcterms:modified>
</cp:coreProperties>
</file>