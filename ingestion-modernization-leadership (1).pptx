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https://learn.microsoft.com/en-us/azure/storage/blobs/secure-file-transfer-protocol-support
- https://learn.microsoft.com/en-us/azure/data-factory/connector-rest
- https://learn.microsoft.com/en-us/azure/event-hubs/event-hubs-about
- https://docs.databricks.com/aws/en/ingestion/cloud-object-storage/auto-loader/production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https://learn.microsoft.com/en-us/azure/storage/blobs/secure-file-transfer-protocol-support
- https://learn.microsoft.com/en-us/azure/data-factory/connector-rest
- https://learn.microsoft.com/en-us/azure/event-hubs/event-hubs-about
- https://learn.microsoft.com/en-us/azure/storage/blobs/data-lake-storage-access-control
- https://learn.microsoft.com/en-us/azure/storage/common/storage-sas-overview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(Problem statement based on current company process described by requester.)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https://learn.microsoft.com/en-us/azure/storage/blobs/secure-file-transfer-protocol-support
- https://learn.microsoft.com/en-us/azure/data-factory/connector-rest
- https://learn.microsoft.com/en-us/azure/event-hubs/event-hubs-about
- https://docs.databricks.com/aws/en/ingestion/cloud-object-storage/auto-loader
- https://docs.databricks.com/aws/en/ingestion/cloud-object-storage/auto-loader/production
- https://docs.databricks.com/aws/en/ldp/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https://learn.microsoft.com/en-us/azure/storage/blobs/secure-file-transfer-protocol-support
- https://learn.microsoft.com/en-us/azure/storage/blobs/secure-file-transfer-protocol-known-issues
- https://learn.microsoft.com/en-us/azure/storage/blobs/data-lake-storage-access-control
- https://learn.microsoft.com/en-us/azure/storage/common/storage-sas-overview
- https://learn.microsoft.com/en-us/azure/data-factory/connector-rest
- https://learn.microsoft.com/en-us/azure/event-hubs/event-hubs-about
- https://docs.databricks.com/aws/en/ldp/cdc
- https://docs.databricks.com/aws/en/ldp/dbsql/streaming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https://learn.microsoft.com/en-us/azure/data-factory/how-to-create-event-trigger
- https://learn.microsoft.com/en-us/azure/data-factory/connector-rest
- https://learn.microsoft.com/en-us/azure/event-hubs/event-hubs-about
- https://docs.databricks.com/aws/en/ldp/cdc
- https://docs.databricks.com/aws/en/ingestion/cloud-object-storage/auto-loader/production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https://learn.microsoft.com/en-us/azure/storage/blobs/data-lake-storage-access-control
- https://learn.microsoft.com/en-us/azure/storage/common/storage-sas-overview
- https://learn.microsoft.com/en-us/rest/api/storageservices/create-user-delegation-sas
- https://learn.microsoft.com/en-us/azure/storage/blobs/secure-file-transfer-protocol-known-issues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(Diagram is synthesized from the proposed architecture; underlying capabilities referenced in earlier slides.)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4231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Ingestion Modernization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multi-hop SFTP to a governed, multi-lane intake layer (Batch + Real-time)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108356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999232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summary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102412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Eliminate non-value hops (third-party pickup + local server) by landing data directly into our cloud landing zone.</a:t>
            </a:r>
            <a:endParaRPr lang="en-US" sz="14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4 ingestion lanes: Direct Landing, API Pull, CDC/Incremental, and Event Streaming.</a:t>
            </a:r>
            <a:endParaRPr lang="en-US" sz="14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 event-driven processing on arrival for most feeds; reserve true streaming for domains that need sub-minute freshness.</a:t>
            </a:r>
            <a:endParaRPr lang="en-US" sz="14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governance: least-privilege access, auditability, replay, and source contracts (SLA, schema, completeness).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5715000"/>
            <a:ext cx="10241280" cy="3657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577900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predictable ingestion on our terms (lower latency, fewer failures, clearer accountability)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01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Modernization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target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governed intake layer with four approved ingestion lanes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55778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74520"/>
            <a:ext cx="5577840" cy="10972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Make cloud landing the first stop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direct landing into ADLS/Blob (per-source landing paths).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SFTP endpoint on Blob where sources only support SFTP.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Fallback: pull from vendor SFTP directly (no third-party/local hop).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874520"/>
            <a:ext cx="5486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874520"/>
            <a:ext cx="548640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103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Adopt fit-for-purpose ingestion lanes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4688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lane: batch pull from REST endpoints (pagination, retries).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lane: incremental change processing from databases.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lane: Event Hubs for true real-time events.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526280"/>
            <a:ext cx="55778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4526280"/>
            <a:ext cx="557784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754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Trigger processing on arrival (default)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storage events to start ingestion when data lands.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micro-batch schedules only where events aren’t practical.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files immutable; route bad data to quarantine for replay.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526280"/>
            <a:ext cx="5486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526280"/>
            <a:ext cx="54864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Security &amp; governance guardrails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512064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privilege: RBAC + ACLs, scoped to landing only.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Entra-based user delegation SAS where SAS is required.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audit: source contracts, lineage, and SLA monitoring.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principle: don’t force one ingestion pattern—assign each source to the right lane.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01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latency &amp; unpredictability come from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Multi-hop file ingestion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handoffs before data reaches our landing/raw layer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8288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6F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5000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2240280"/>
            <a:ext cx="192024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235000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SFTP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2240280"/>
            <a:ext cx="20574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235000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(3rd party)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43800" y="2240280"/>
            <a:ext cx="192024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4151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235000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92640" y="2240280"/>
            <a:ext cx="18288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A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92640" y="235000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Blob/ADLS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14600" y="2624328"/>
            <a:ext cx="21031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2624328"/>
            <a:ext cx="34747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78040" y="2624328"/>
            <a:ext cx="34747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64040" y="2624328"/>
            <a:ext cx="21031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743200" y="3429000"/>
            <a:ext cx="877824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36393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pipeline consumes from local server and loads to Blob/ADLS landing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7091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Observed pain points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50749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and unpredictability caused by third-party pickup + local staging.</a:t>
            </a:r>
            <a:endParaRPr lang="en-US" sz="1250" dirty="0"/>
          </a:p>
          <a:p>
            <a:pPr marL="254000" indent="-2540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SLA owner across hops; failures surface late.</a:t>
            </a:r>
            <a:endParaRPr lang="en-US" sz="1250" dirty="0"/>
          </a:p>
          <a:p>
            <a:pPr marL="254000" indent="-2540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trigger downstream processing “on arrival” (polling and manual checks).</a:t>
            </a:r>
            <a:endParaRPr lang="en-US" sz="1250" dirty="0"/>
          </a:p>
          <a:p>
            <a:pPr marL="254000" indent="-2540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Replays and audits are fragmented across systems.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state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01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Governed intake layer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lanes in, one landing zone, standardized processing out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2402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Ingestion lanes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2697480"/>
            <a:ext cx="31546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7063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landing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(ADLS/Blob/SFTP)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3566160"/>
            <a:ext cx="31546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3931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pull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(REST batch)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4434840"/>
            <a:ext cx="31546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50799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/ incremental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(database)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5303520"/>
            <a:ext cx="31546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37667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events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(Event Hubs)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2926080" cy="1508760"/>
          </a:xfrm>
          <a:prstGeom prst="roundRect">
            <a:avLst/>
          </a:prstGeom>
          <a:solidFill>
            <a:srgbClr val="EAF2FF"/>
          </a:solidFill>
          <a:ln w="25400">
            <a:solidFill>
              <a:srgbClr val="1F6F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560320"/>
            <a:ext cx="2926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 / Raw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(ADLS / Blob)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contracts • audit • replay • quarantine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035808"/>
            <a:ext cx="228600" cy="457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89120" y="3904488"/>
            <a:ext cx="228600" cy="-8229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89120" y="4773168"/>
            <a:ext cx="228600" cy="-169164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89120" y="5641848"/>
            <a:ext cx="228600" cy="-25603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01000" y="2011680"/>
            <a:ext cx="35204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5320" y="2240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processing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5320" y="2697480"/>
            <a:ext cx="2971800" cy="7772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7889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ingestion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(Auto Loader / Lakeflow)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75320" y="3703320"/>
            <a:ext cx="29718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9640" y="3931920"/>
            <a:ext cx="2423160" cy="41148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98678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(raw → Delta)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49640" y="4480560"/>
            <a:ext cx="2423160" cy="411480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453542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(clean + conformed)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49640" y="5029200"/>
            <a:ext cx="2423160" cy="4114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508406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(serving)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58200" y="5669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checks • schema evolution • lineage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80960" y="3081528"/>
            <a:ext cx="182880" cy="2743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02920" y="6565392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behavior: event-driven or micro-batch trigger on arrival; true streaming only where needed.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decision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01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right ingestion lane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matrix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each source to the best lane based on capability, latency need, and security constraints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1018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" y="2029968"/>
            <a:ext cx="10981944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214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type / constraint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1214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lane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2121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freshness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Prereqs / notes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" y="2578608"/>
            <a:ext cx="10981944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" y="2578608"/>
            <a:ext cx="73152" cy="76809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88336"/>
            <a:ext cx="281635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vendor can write to our storage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2688336"/>
            <a:ext cx="21488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landing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688336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real-time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(on file arrival)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2688336"/>
            <a:ext cx="39776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RBAC + ACLs; optionally user delegation SAS; keep landing-only access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" y="3346704"/>
            <a:ext cx="10981944" cy="76809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" y="3346704"/>
            <a:ext cx="73152" cy="76809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456432"/>
            <a:ext cx="281635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vendor only supports SFTP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20440" y="3456432"/>
            <a:ext cx="21488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SFTP landing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456432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real-time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(on file arrival)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0" y="3456432"/>
            <a:ext cx="39776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vendor network requirements; Azure storage has no static IP; port 22 required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" y="4114800"/>
            <a:ext cx="10981944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" y="4114800"/>
            <a:ext cx="73152" cy="76809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224528"/>
            <a:ext cx="281635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SaaS/app exposes REST APIs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520440" y="4224528"/>
            <a:ext cx="21488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pull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4224528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(15m–daily)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4224528"/>
            <a:ext cx="39776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ADF REST connector (paging/retry); or Lakeflow Connect managed connector when available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" y="4882896"/>
            <a:ext cx="10981944" cy="76809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4882896"/>
            <a:ext cx="73152" cy="7680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992624"/>
            <a:ext cx="281635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DB where changes matter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20440" y="4992624"/>
            <a:ext cx="21488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/ incremental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4992624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(or better)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4992624"/>
            <a:ext cx="39776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CDC feed if available; otherwise snapshot-diff; Lakeflow AUTO CDC supports both patterns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" y="5650992"/>
            <a:ext cx="10981944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650992"/>
            <a:ext cx="7315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" y="5760720"/>
            <a:ext cx="281635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event stream needed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520440" y="5760720"/>
            <a:ext cx="21488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0" y="5760720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Seconds–minutes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98080" y="5760720"/>
            <a:ext cx="39776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Event Hubs (Kafka-compatible) + Databricks streaming tables/pipelines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01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Leadership-ready delivery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Phased roadmap (12 months)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value early by removing hops, then expand to API/CDC/streaming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10972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331720"/>
            <a:ext cx="502920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6F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331720"/>
            <a:ext cx="5029200" cy="10972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514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(0–6 weeks)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 &amp; quick wins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feeds + define source contracts (SLA, completeness, schema).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ingestion landing zone + standard folder conventions.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Migrate 3–5 “easy” feeds to direct landing (or ADF pull from SFTP).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2331720"/>
            <a:ext cx="502920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A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331720"/>
            <a:ext cx="502920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514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(6–16 weeks)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industrialization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0175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Metadata-driven ingestion framework (audit, replay, quarantine).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Event-based triggers on landing for most file feeds.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Decommission local staging where possible; reduce Momentum dependency.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4526280"/>
            <a:ext cx="502920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26280"/>
            <a:ext cx="50292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709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 (4–8 months)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+ CDC modernization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2120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 priority API sources (ADF REST / managed connectors).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CDC/incremental ingestion for high-value databases.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data quality and schema evolution into Silver.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4526280"/>
            <a:ext cx="502920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526280"/>
            <a:ext cx="5029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709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 (8–12 months)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Selective real-time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52120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Event Hubs + streaming tables for true real-time domains.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Operationalize monitoring (freshness SLAs, incidents, cost).</a:t>
            </a:r>
            <a:endParaRPr lang="en-US" sz="1150" dirty="0"/>
          </a:p>
          <a:p>
            <a:pPr marL="228600" indent="-2286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patterns and retire remaining legacy transfers.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outcome: measurable freshness SLAs and predictable operations across all lanes.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governance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01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grant direct landing safely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landing access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 access to landing only, with strong audit and replay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5715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20240"/>
            <a:ext cx="5715000" cy="10972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access controls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Azure RBAC + POSIX-like ACLs for ADLS Gen2 directories.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each partner to a dedicated landing folder/container.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Entra-backed user delegation SAS when delegating limited access.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5440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920240"/>
            <a:ext cx="544068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148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251460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is immutable intake: append-only patterns where possible.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Quarantine + replay: bad files routed out without blocking pipeline.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audit: when received, validated, ingested, and served.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709160"/>
            <a:ext cx="11247120" cy="1691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892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caveat for SFTP-based direct landing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5212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storage accounts don’t support static IP addresses; some vendors require IP allowlists.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SFTP access requires port 22 to be allowed through network controls.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01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diagrams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Mermaid (future-state) diagram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Included for engineering fidelity and documentation handoff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11018520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57400"/>
            <a:ext cx="104698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flowchart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[Source Systems / Partners / SaaS / DBs]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{Approved Ingestion Lane}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|Direct ADLS / SFTP Landing|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[Landing / Raw in ADLS]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|ADF API Pull|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|Lakeflow Connect / CDC|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|Event Hubs Streaming|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[Streaming Intake]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[Databricks Auto Loader / Lakeflow]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[Bronze Delta]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[Silver Delta]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[Gold / Serving]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[Archive / Replay]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[Reject / Quarantine]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[Audit / Control / SLA Monitoring]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2026-03-17T15:35:12Z</dcterms:created>
  <dcterms:modified xsi:type="dcterms:W3CDTF">2026-03-17T15:35:12Z</dcterms:modified>
</cp:coreProperties>
</file>