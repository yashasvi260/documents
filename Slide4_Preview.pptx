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FRAMEWORK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framework development is the baseline the business builds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11880" cy="1810512"/>
          </a:xfrm>
          <a:prstGeom prst="roundRect">
            <a:avLst>
              <a:gd name="adj" fmla="val 5051"/>
            </a:avLst>
          </a:prstGeom>
          <a:solidFill>
            <a:srgbClr val="12533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40487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420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by design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transformation, governance &amp; CI/CD are the factory every 360 and use case runs on — build the hard parts once.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611880" cy="1810512"/>
          </a:xfrm>
          <a:prstGeom prst="roundRect">
            <a:avLst>
              <a:gd name="adj" fmla="val 5051"/>
            </a:avLst>
          </a:prstGeom>
          <a:solidFill>
            <a:srgbClr val="12533C"/>
          </a:solidFill>
          <a:ln/>
        </p:spPr>
      </p:sp>
      <p:sp>
        <p:nvSpPr>
          <p:cNvPr id="10" name="Shape 7"/>
          <p:cNvSpPr/>
          <p:nvPr/>
        </p:nvSpPr>
        <p:spPr>
          <a:xfrm>
            <a:off x="4690872" y="240487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5420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change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09160" y="306324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pipelines replace the bespoke 2–3 week field/source changes to EDW and Tabular models.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321040" y="2148840"/>
            <a:ext cx="3611880" cy="1810512"/>
          </a:xfrm>
          <a:prstGeom prst="roundRect">
            <a:avLst>
              <a:gd name="adj" fmla="val 5051"/>
            </a:avLst>
          </a:prstGeom>
          <a:solidFill>
            <a:srgbClr val="12533C"/>
          </a:solidFill>
          <a:ln/>
        </p:spPr>
      </p:sp>
      <p:sp>
        <p:nvSpPr>
          <p:cNvPr id="15" name="Shape 11"/>
          <p:cNvSpPr/>
          <p:nvPr/>
        </p:nvSpPr>
        <p:spPr>
          <a:xfrm>
            <a:off x="8577072" y="2404872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5420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53728" y="24048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trust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95360" y="3063240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Bronze→Silver→Gold plus governance (Collibra / Unity, data dictionary) makes numbers trustworthy.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4233672"/>
            <a:ext cx="3611880" cy="1810512"/>
          </a:xfrm>
          <a:prstGeom prst="roundRect">
            <a:avLst>
              <a:gd name="adj" fmla="val 5051"/>
            </a:avLst>
          </a:prstGeom>
          <a:solidFill>
            <a:srgbClr val="12533C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48970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268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489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14807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frameworks collapse Abrigo, CustomerOne, Credit Lens &amp; EDW into one governed customer — four silos to one.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434840" y="4233672"/>
            <a:ext cx="3611880" cy="1810512"/>
          </a:xfrm>
          <a:prstGeom prst="roundRect">
            <a:avLst>
              <a:gd name="adj" fmla="val 5051"/>
            </a:avLst>
          </a:prstGeom>
          <a:solidFill>
            <a:srgbClr val="12533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90872" y="448970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62686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4489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09160" y="514807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Migration, CI/CD &amp; lakehouse frameworks let us retire SSIS, Tabular and the under-designed Gold layer.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321040" y="4233672"/>
            <a:ext cx="3611880" cy="1810512"/>
          </a:xfrm>
          <a:prstGeom prst="roundRect">
            <a:avLst>
              <a:gd name="adj" fmla="val 5051"/>
            </a:avLst>
          </a:prstGeom>
          <a:solidFill>
            <a:srgbClr val="12533C"/>
          </a:solidFill>
          <a:ln/>
        </p:spPr>
      </p:sp>
      <p:sp>
        <p:nvSpPr>
          <p:cNvPr id="30" name="Shape 23"/>
          <p:cNvSpPr/>
          <p:nvPr/>
        </p:nvSpPr>
        <p:spPr>
          <a:xfrm>
            <a:off x="8577072" y="448970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232" y="462686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53728" y="4489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 delivery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95360" y="514807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framework's pilot→operationalize pattern proves the approach before the business depends on it.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2026-06-30T18:27:17Z</dcterms:created>
  <dcterms:modified xsi:type="dcterms:W3CDTF">2026-06-30T18:27:17Z</dcterms:modified>
</cp:coreProperties>
</file>